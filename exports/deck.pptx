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从 Manus Slides 的黑盒机制，到 Slidev 的开放复刻。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真正可用的 AI PPT 系统需要可编辑、可预览、可导出、可验证。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Manus Slides 的关键不是某个开源框架，而是 artifact 生命周期。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用公开工具复刻 Manus 的工程思想，而不是复刻私有协议。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我们保留注册层，但不做隐藏状态。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AI 生成之后，系统必须能自己判断产物是否可用。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Slides Open Loop</dc:title>
  <dc:subject>用 Slidev 复刻开放、可控、可验证的 AI PPT 生成闭环
</dc:subject>
  <dc:creator/>
  <cp:lastModifiedBy/>
  <cp:revision>1</cp:revision>
  <dcterms:created xsi:type="dcterms:W3CDTF">2026-05-09T15:34:29Z</dcterms:created>
  <dcterms:modified xsi:type="dcterms:W3CDTF">2026-05-09T15:34:29Z</dcterms:modified>
</cp:coreProperties>
</file>